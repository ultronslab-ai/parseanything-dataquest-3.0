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ParseAnything 2026 Product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Autonomous Ingestion, Provenance Inspection, and Multimodal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Benchmark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Platform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BBox Provenance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per 1k Pages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ParseAnything Universal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 (Pixel Exact)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$0.00 - $0.50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Traditional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Partial Coordinates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$1.50 - $3.00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Cloud Vision 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Provenance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$30.00 - $60.00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